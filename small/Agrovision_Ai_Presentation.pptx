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34890"/>
            <a:ext cx="9144000" cy="36576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8606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Agrovision.Ai - Mini Project Presentation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0" y="4860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2025-2026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86100"/>
            <a:ext cx="91440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00225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Agrovision.Ai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</a:rPr>
              <a:t>Intelligent Agricultural Analysis &amp; Crop Recommendation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60045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Mini Project Presentation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The 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Lack of Accessibility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Smallholder farmers cannot afford expensive agricultural scientists or laboratory soil testing.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Delayed Diagnostics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Waiting weeks for soil test results or expert advice leads to crop failure and disease spread.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Generic Advice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Most existing farming apps provide generic advice that doesn't account for hyper-local soil or weather conditions.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Our Solution: Agrovision.Ai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A 'Virtual Agronomist' right in the farmer's pocket.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Zero-Typing Interface: Farmers simply upload a photo of their crop and share their GPS location.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Instant Data Gathering: Automatically fetches live weather and granular soil data based on GPS coordinates.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Advanced AI Diagnostics: Identifies diseases instantly using a custom-trained AI model combined with Google Gemini.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Actionable Reports: Generates a complete fertilizer, irrigation, and treatment plan in a printable PDF.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System Architecture &amp; Workflow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1. Data Input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User provides an Image (Base64) + GPS Coordinates via the Web Application.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2. Parallel Fetching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System uses Promise.all() to fetch Open-Meteo (Weather) and SoilGrids (Soil Chemistry) simultaneously.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3. Dual AI Processing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Custom CNN model pre-processes the image for disease detection -&gt; Passes data to Google Gemini Vision.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4. Output Generation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JSON response is parsed -&gt; PDF generated via pdf-lib -&gt; Emailed securely via Nodemailer.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Core 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Next.js 14 &amp; React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Provides a unified environment for lightning-fast frontend UI and serverless backend APIs.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Supabase (PostgreSQL)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Handles secure user authentication, Row-Level Security (RLS), and highly structured relational data storage.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External Context APIs (Open-Meteo &amp; SoilGrids)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Bypasses the need for physical sensors by fetching highly accurate satellite and weather station data instantly.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Custom Trained Machine Learning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Why we built a custom model instead of just using ChatGPT?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Dataset Collection: We gathered thousands of images of local crops and specific regional plant diseases.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CNN Architecture: Trained a specialized Convolutional Neural Network (CNN) using TensorFlow/PyTorch.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High Accuracy: Our custom model is specifically tuned for agricultural anomalies, providing higher accuracy than generic AI.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Hybrid Approach: The custom model detects the specific disease, while Gemini formulates the human-readable advice.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Google Gemini 2.5 Vision Integration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Multimodal Analysis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Gemini doesn't just read text; it 'sees' the image while reading the soil pH and weather data simultaneously.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Strict Prompt Engineering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We enforce structured data by setting responseMimeType: 'application/json'. This prevents conversational errors.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Holistic Recommendations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Combines our custom model's disease detection with real-time weather to recommend highly specific fertilizer schedules.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Multilingual Voice Assistant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Accessibility for Everyone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Designed specifically for farmers who may struggle with reading long, complex text reports.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Native Web Speech API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We utilize built-in browser technologies (SpeechRecognition &amp; SpeechSynthesis) without paying for external APIs.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Regional Languages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Supports interactive voice communication in English, Hindi, and Marathi for local farmers.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Automated PDF Reporting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Tangible Offline Value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Farmers need records they can keep offline or print for government/bank loan applications.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Dynamic Generation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We use server-side PDF generation tools (pdf-lib / puppeteer) to perfectly format the AI's JSON output into a beautiful document.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Instant Delivery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Integrated Nodemailer SMTP dispatches the report directly to the farmer's inbox the second it is generated.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Performance &amp; Fault Tolerance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Parallel Execution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Using Promise.all() cuts API waiting times by a third. We fetch weather, soil, and location simultaneously.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Graceful Failures (try-catch)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If the Weather API goes offline, our system catches the error. It sends 'Weather: Unknown' to the AI.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Resilience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The app never crashes. The AI is instructed to provide the best possible advice even with missing data points.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4C81"/>
                </a:solidFill>
              </a:rPr>
              <a:t>Real World Societal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00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Democratizing Science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Brings precision agriculture technology—usually reserved for wealthy corporations—to smallholder farmers for free.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Resource Optimization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Prevents over-fertilization (protecting the environment) and saves water by aligning irrigation with upcoming rain forecasts.</a:t>
            </a:r>
            <a:endParaRPr lang="en-US" sz="20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F4C81"/>
                </a:solidFill>
              </a:rPr>
              <a:t>Yield Improvement</a:t>
            </a:r>
            <a:endParaRPr lang="en-US" sz="20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Early and accurate disease detection prevents crop loss and increases profitability for the farmer.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14575"/>
            <a:ext cx="91440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5875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2E8F0"/>
                </a:solidFill>
              </a:rPr>
              <a:t>Any Questions?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2026-06-03T18:23:13Z</dcterms:created>
  <dcterms:modified xsi:type="dcterms:W3CDTF">2026-06-03T18:23:13Z</dcterms:modified>
</cp:coreProperties>
</file>